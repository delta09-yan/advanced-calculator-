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4E35E-D748-4ABA-BEDB-0D64243A070F}" v="340" dt="2025-11-12T17:27:27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11/12/2025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3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7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5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2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6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9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4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4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1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7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1FC2520-B026-474B-8163-02631C283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91F59CC5-F315-DF4D-8574-D13766712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7105" y="2571496"/>
            <a:ext cx="8563206" cy="3188096"/>
          </a:xfrm>
        </p:spPr>
        <p:txBody>
          <a:bodyPr anchor="b">
            <a:normAutofit/>
          </a:bodyPr>
          <a:lstStyle/>
          <a:p>
            <a:r>
              <a:rPr lang="ru-RU" dirty="0"/>
              <a:t>Advanced </a:t>
            </a:r>
            <a:r>
              <a:rPr lang="ru-RU" dirty="0" err="1"/>
              <a:t>calculator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97105" y="1508252"/>
            <a:ext cx="8563206" cy="882904"/>
          </a:xfrm>
        </p:spPr>
        <p:txBody>
          <a:bodyPr anchor="t">
            <a:normAutofit/>
          </a:bodyPr>
          <a:lstStyle/>
          <a:p>
            <a:r>
              <a:rPr lang="ru-RU" dirty="0"/>
              <a:t>Калькулятор - </a:t>
            </a:r>
            <a:r>
              <a:rPr lang="ru-RU" sz="1600" b="1" dirty="0">
                <a:ea typeface="+mn-lt"/>
                <a:cs typeface="+mn-lt"/>
              </a:rPr>
              <a:t>программное обеспечение</a:t>
            </a:r>
            <a:r>
              <a:rPr lang="ru-RU" sz="1600" dirty="0">
                <a:ea typeface="+mn-lt"/>
                <a:cs typeface="+mn-lt"/>
              </a:rPr>
              <a:t>, предназначенное для выполнения операций над числами</a:t>
            </a: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E6721-BF18-8656-BAE6-B3181042461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lang="ru-RU" dirty="0" err="1"/>
              <a:t>Конвертатор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FA1E95-F443-8AF2-1EE2-4229C944281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Также в этот калькулятор входит </a:t>
            </a:r>
            <a:r>
              <a:rPr lang="ru-RU" dirty="0" err="1"/>
              <a:t>конвертатор</a:t>
            </a:r>
            <a:r>
              <a:rPr lang="ru-RU" dirty="0"/>
              <a:t> из 1 единицы в другую.</a:t>
            </a:r>
          </a:p>
          <a:p>
            <a:r>
              <a:rPr lang="ru-RU" dirty="0"/>
              <a:t>Единицы: массы, площади, времени и температуры</a:t>
            </a:r>
          </a:p>
        </p:txBody>
      </p:sp>
    </p:spTree>
    <p:extLst>
      <p:ext uri="{BB962C8B-B14F-4D97-AF65-F5344CB8AC3E}">
        <p14:creationId xmlns:p14="http://schemas.microsoft.com/office/powerpoint/2010/main" val="2091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D62D0E-4264-FD8A-1652-153E42E2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165A4B-EA67-3ADA-8C69-D3FD571F7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dirty="0"/>
              <a:t>Были использованы такие библиотеки как: PYQT</a:t>
            </a:r>
          </a:p>
          <a:p>
            <a:r>
              <a:rPr lang="ru-RU" dirty="0"/>
              <a:t>И </a:t>
            </a:r>
            <a:r>
              <a:rPr lang="ru-RU" dirty="0" err="1"/>
              <a:t>math</a:t>
            </a:r>
          </a:p>
        </p:txBody>
      </p:sp>
    </p:spTree>
    <p:extLst>
      <p:ext uri="{BB962C8B-B14F-4D97-AF65-F5344CB8AC3E}">
        <p14:creationId xmlns:p14="http://schemas.microsoft.com/office/powerpoint/2010/main" val="368224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41701B-7CFF-9D4C-B086-043D49A2D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4175133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C6061948-09E3-5E4C-B579-8D459DCAF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770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2605A-2F90-69E7-94CC-D6568DDE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104" y="1625608"/>
            <a:ext cx="10601135" cy="2722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dirty="0" err="1"/>
              <a:t>Заключение</a:t>
            </a:r>
            <a:endParaRPr lang="en-US" sz="8000" kern="1200" spc="-150" dirty="0" err="1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0E6671-F1FB-7CC6-05D0-514C7E210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7104" y="4466845"/>
            <a:ext cx="10601135" cy="882904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r>
              <a:rPr lang="en-US" err="1"/>
              <a:t>Проект</a:t>
            </a:r>
            <a:r>
              <a:rPr lang="en-US" dirty="0"/>
              <a:t> </a:t>
            </a:r>
            <a:r>
              <a:rPr lang="en-US" err="1"/>
              <a:t>может</a:t>
            </a:r>
            <a:r>
              <a:rPr lang="en-US" dirty="0"/>
              <a:t> </a:t>
            </a:r>
            <a:r>
              <a:rPr lang="en-US" err="1"/>
              <a:t>выполнять</a:t>
            </a:r>
            <a:r>
              <a:rPr lang="en-US" dirty="0"/>
              <a:t> </a:t>
            </a:r>
            <a:r>
              <a:rPr lang="en-US" err="1"/>
              <a:t>заданные</a:t>
            </a:r>
            <a:r>
              <a:rPr lang="en-US" dirty="0"/>
              <a:t> </a:t>
            </a:r>
            <a:r>
              <a:rPr lang="en-US" err="1"/>
              <a:t>функции</a:t>
            </a:r>
            <a:r>
              <a:rPr lang="en-US" dirty="0"/>
              <a:t>, </a:t>
            </a:r>
            <a:r>
              <a:rPr lang="en-US" err="1"/>
              <a:t>но</a:t>
            </a:r>
            <a:r>
              <a:rPr lang="en-US" dirty="0"/>
              <a:t> </a:t>
            </a:r>
            <a:r>
              <a:rPr lang="en-US" err="1"/>
              <a:t>могут</a:t>
            </a:r>
            <a:r>
              <a:rPr lang="en-US" dirty="0"/>
              <a:t> </a:t>
            </a:r>
            <a:r>
              <a:rPr lang="en-US" err="1"/>
              <a:t>появляться</a:t>
            </a:r>
            <a:r>
              <a:rPr lang="en-US" dirty="0"/>
              <a:t> </a:t>
            </a:r>
            <a:r>
              <a:rPr lang="en-US" err="1"/>
              <a:t>недочеты</a:t>
            </a:r>
            <a:r>
              <a:rPr lang="en-US"/>
              <a:t>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единиц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конвертации</a:t>
            </a:r>
          </a:p>
        </p:txBody>
      </p:sp>
    </p:spTree>
    <p:extLst>
      <p:ext uri="{BB962C8B-B14F-4D97-AF65-F5344CB8AC3E}">
        <p14:creationId xmlns:p14="http://schemas.microsoft.com/office/powerpoint/2010/main" val="3955488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227D51-204B-ED48-AF9A-0BE9633FE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57A23F45-CDAE-8A40-8DE7-92A0BBC1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46383-CCC4-544B-B0D8-DE78DE39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ADD50-19A5-C4F2-4A18-FB43C08E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104" y="1625608"/>
            <a:ext cx="10601135" cy="2722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dirty="0"/>
              <a:t>СПАСИБО ЗА ВНИМАНИЕ</a:t>
            </a:r>
            <a:endParaRPr lang="en-US" sz="8000" kern="1200" spc="-15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8F9668-91B8-3690-C5A3-DA5912294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7104" y="4466845"/>
            <a:ext cx="10601135" cy="88290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000" b="1" dirty="0">
                <a:ea typeface="+mn-lt"/>
                <a:cs typeface="+mn-lt"/>
              </a:rPr>
              <a:t>♥</a:t>
            </a:r>
            <a:endParaRPr lang="ru-RU" sz="6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40081E-3C08-DA46-ABEC-F08003999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ross 19">
            <a:extLst>
              <a:ext uri="{FF2B5EF4-FFF2-40B4-BE49-F238E27FC236}">
                <a16:creationId xmlns:a16="http://schemas.microsoft.com/office/drawing/2014/main" id="{3E1569AB-36A0-104C-92D8-E459E628E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35044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MadridVTI</vt:lpstr>
      <vt:lpstr>Advanced calculator</vt:lpstr>
      <vt:lpstr>Конвертатор</vt:lpstr>
      <vt:lpstr>Библиотеки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</cp:revision>
  <dcterms:created xsi:type="dcterms:W3CDTF">2025-11-12T17:16:40Z</dcterms:created>
  <dcterms:modified xsi:type="dcterms:W3CDTF">2025-11-12T17:27:42Z</dcterms:modified>
</cp:coreProperties>
</file>